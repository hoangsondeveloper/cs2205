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19" Type="http://schemas.openxmlformats.org/officeDocument/2006/relationships/font" Target="fonts/RobotoMono-bold.fntdata"/><Relationship Id="rId6" Type="http://schemas.openxmlformats.org/officeDocument/2006/relationships/slide" Target="slides/slide2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d8a3913e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d8a3913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d8a3913ea_0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d8a3913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5fe14d3b49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5fe14d3b4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d8a3913ea_0_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d8a3913e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d8a3913ea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d8a3913e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d8a3913ea_0_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d8a3913e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d8a3913ea_0_1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0d8a3913e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252f9dc87_0_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252f9dc8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252f9dc87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252f9dc8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0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01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01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UIT.CS2205.ResearchMethodology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highlight>
                  <a:srgbClr val="448AFF"/>
                </a:highlight>
              </a:rPr>
              <a:t>NGHIÊN CỨU VÀ ĐỀ XUẤT GIẢI PHÁP THÍCH NGHI MÔ HÌNH DCDM</a:t>
            </a:r>
            <a:endParaRPr b="1" sz="3000">
              <a:solidFill>
                <a:srgbClr val="FFFFFF"/>
              </a:solidFill>
              <a:highlight>
                <a:srgbClr val="448AFF"/>
              </a:highlight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highlight>
                  <a:srgbClr val="448AFF"/>
                </a:highlight>
              </a:rPr>
              <a:t>CHO BÀI TOÁN SIÊU PHÂN GIẢI VĂN BẢN TIẾNG VIỆT</a:t>
            </a:r>
            <a:endParaRPr b="1" sz="3000">
              <a:solidFill>
                <a:srgbClr val="FFFFFF"/>
              </a:solidFill>
              <a:highlight>
                <a:srgbClr val="448A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7" name="Google Shape;67;p13"/>
          <p:cNvSpPr txBox="1"/>
          <p:nvPr>
            <p:ph type="title"/>
          </p:nvPr>
        </p:nvSpPr>
        <p:spPr>
          <a:xfrm>
            <a:off x="2055600" y="3231000"/>
            <a:ext cx="50328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Nguyễn Hoàng Sơn - </a:t>
            </a:r>
            <a:r>
              <a:rPr b="1" lang="en" sz="2400">
                <a:latin typeface="Roboto Mono"/>
                <a:ea typeface="Roboto Mono"/>
                <a:cs typeface="Roboto Mono"/>
                <a:sym typeface="Roboto Mono"/>
              </a:rPr>
              <a:t>250101058</a:t>
            </a:r>
            <a:endParaRPr b="1" sz="2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Tóm tắt 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Lớp: </a:t>
            </a:r>
            <a:r>
              <a:rPr lang="en"/>
              <a:t>CS2205.CH201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Link Github của nhóm: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Link YouTube video: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Giới thiệu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460950" y="1047425"/>
            <a:ext cx="82221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highlight>
                  <a:srgbClr val="F9F9F9"/>
                </a:highlight>
              </a:rPr>
              <a:t>OCR được sử dụng rộng rãi trong hành chính, giao thông, tài chính</a:t>
            </a:r>
            <a:endParaRPr sz="1800">
              <a:highlight>
                <a:srgbClr val="F9F9F9"/>
              </a:highlight>
            </a:endParaRPr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highlight>
                  <a:srgbClr val="F9F9F9"/>
                </a:highlight>
              </a:rPr>
              <a:t>Ảnh văn bản thực tế thường bị mờ, nhiễu, độ phân giải thấp</a:t>
            </a:r>
            <a:endParaRPr sz="1800">
              <a:highlight>
                <a:srgbClr val="F9F9F9"/>
              </a:highlight>
            </a:endParaRPr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highlight>
                  <a:srgbClr val="F9F9F9"/>
                </a:highlight>
              </a:rPr>
              <a:t>Siêu phân giải văn bản giúp cải thiện chất lượng đầu vào cho OCR</a:t>
            </a:r>
            <a:endParaRPr sz="1800">
              <a:highlight>
                <a:srgbClr val="F9F9F9"/>
              </a:highlight>
            </a:endParaRPr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highlight>
                  <a:srgbClr val="F9F9F9"/>
                </a:highlight>
              </a:rPr>
              <a:t>Các mô hình SR truyền thống chưa xử lý tốt chi tiết ký tự nhỏ</a:t>
            </a:r>
            <a:endParaRPr sz="1800">
              <a:highlight>
                <a:srgbClr val="F9F9F9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Giới thiệu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503850" y="1038925"/>
            <a:ext cx="8158200" cy="2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>
                <a:highlight>
                  <a:srgbClr val="F9F9F9"/>
                </a:highlight>
              </a:rPr>
              <a:t>DCDM (ECCV 2024) là mô hình SR văn bản dựa trên Diffusion</a:t>
            </a:r>
            <a:endParaRPr sz="2100">
              <a:highlight>
                <a:srgbClr val="F9F9F9"/>
              </a:highlight>
            </a:endParaRPr>
          </a:p>
          <a:p>
            <a:pPr indent="-3619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>
                <a:highlight>
                  <a:srgbClr val="F9F9F9"/>
                </a:highlight>
              </a:rPr>
              <a:t>Khai thác thông tin ngữ nghĩa ở mức ký tự</a:t>
            </a:r>
            <a:endParaRPr sz="2100">
              <a:highlight>
                <a:srgbClr val="F9F9F9"/>
              </a:highlight>
            </a:endParaRPr>
          </a:p>
          <a:p>
            <a:pPr indent="-3619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>
                <a:highlight>
                  <a:srgbClr val="F9F9F9"/>
                </a:highlight>
              </a:rPr>
              <a:t>Mô hình được tối ưu chủ yếu cho tiếng Anh</a:t>
            </a:r>
            <a:endParaRPr sz="2100">
              <a:highlight>
                <a:srgbClr val="F9F9F9"/>
              </a:highlight>
            </a:endParaRPr>
          </a:p>
          <a:p>
            <a:pPr indent="-3619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>
                <a:highlight>
                  <a:srgbClr val="F9F9F9"/>
                </a:highlight>
              </a:rPr>
              <a:t>Chưa phù hợp với tiếng Việt có dấu thanh và nguyên âm biến thể</a:t>
            </a:r>
            <a:endParaRPr sz="2100">
              <a:highlight>
                <a:srgbClr val="F9F9F9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Mục tiêu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Phân tích hạn chế của mô hình DCDM khi áp dụng cho tiếng Việt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Xây dựng dữ liệu phục vụ bài toán siêu phân giải văn bản tiếng Việt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Đề xuất giải pháp thích nghi mô hình DCDM cho văn bản có dấu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Nội dung và phương pháp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/>
            </a:br>
            <a:r>
              <a:rPr lang="en" sz="1400"/>
              <a:t>Xây dựng bộ dữ liệu văn bản tiếng Việt giả lập (đa dạng phông chữ, nền ảnh, mức nhiễu)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Mở rộng không gian biểu diễn ký tự trong mô hình để hỗ trợ dấu tiếng Việt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Fine-tune mô hình DCDM trên tập dữ liệu tiếng Việt đã chuẩn bị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Dữ liệu giả lập (Synthetic Data)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DCDM Adaptation Layer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Fine-tuned Vietnamese Model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Đánh giá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Đánh giá chất lượng ảnh (Image Quality):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/>
              <a:t>PSNR (Peak Signal-to-Noise Ratio)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/>
              <a:t>SSIM (Structural Similarity Index)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/>
              <a:t>Đánh giá hiệu dụng (Usability):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/>
              <a:t>Đo lường độ chính xác nhận dạng của OCR tiếng Việt trên ảnh phục hồi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/>
              <a:t>Kịch bản so sánh (Comparison):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/>
              <a:t>Ảnh gốc (LR)vs.DCDM gốcvs.DCDM thích nghi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Kết quả dự kiến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2400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br>
              <a:rPr lang="en" sz="2400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400">
                <a:latin typeface="Arial"/>
                <a:ea typeface="Arial"/>
                <a:cs typeface="Arial"/>
                <a:sym typeface="Arial"/>
              </a:rPr>
              <a:t>Phục hồi tốt hơn các ký tự có dấu thanh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2400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br>
              <a:rPr lang="en" sz="2400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400">
                <a:latin typeface="Arial"/>
                <a:ea typeface="Arial"/>
                <a:cs typeface="Arial"/>
                <a:sym typeface="Arial"/>
              </a:rPr>
              <a:t>Giảm hiện tượng mất hoặc sai dấu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2400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br>
              <a:rPr lang="en" sz="2400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400">
                <a:latin typeface="Arial"/>
                <a:ea typeface="Arial"/>
                <a:cs typeface="Arial"/>
                <a:sym typeface="Arial"/>
              </a:rPr>
              <a:t>Cải thiện hiệu quả của hệ thống OCR tiếng Việt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" sz="2400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br>
              <a:rPr lang="en" sz="2400">
                <a:solidFill>
                  <a:srgbClr val="448A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400">
                <a:latin typeface="Arial"/>
                <a:ea typeface="Arial"/>
                <a:cs typeface="Arial"/>
                <a:sym typeface="Arial"/>
              </a:rPr>
              <a:t>Đóng góp bộ dữ liệu phục vụ nghiên cứu sau này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Tài liệu tham khảo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[1] Chuhui Xue, Goon-Guek Han, Wenqing Zhang, et al. "DCDM: Diffusion-Conditioned Diffusion Model for Scene Text Editing and Super-Resolution". In Proceedings of the European Conference on Computer Vision (ECCV), 2024.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[2] Y. Yuan, Z. Zhang, and C. Li, et al. "Scene Text Image Super-Resolution with Text Style Embedding". In Proceedings of the IEEE/CVF International Conference on Computer Vision (ICCV) Workshops, 2025.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[3] J. Wang, Y. Liu, and H. Hu, et al. "Efficient Scene Text Image Super-resolution with Semantic Guidance". arXiv preprint arXiv:2403.13330, 2024.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[4] L. Chen, X. Wang, and J. Li, et al. "Scene text image super-resolution with semantic-aware Interaction Network". Knowledge-Based Systems, vol. 285, 2025.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[5] T. H. Nguyen, K. V. Nguyen, and T. T. Nguyen, et al. "Vietnamese text recognition in scene images using deep learning with attention mechanism". Journal of Military Science and Technology, 2023.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[6] Q. L. Tran, H. A. Le, and T. M. Hoang, et al. "A Survey on Vietnamese Document Analysis and Recognition". arXiv preprint arXiv:2506.05061, 2025.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[7] M. T. Nguyen, et al. "VietOCR: A Tool for Vietnamese Optical Character Recognition". GitHub Repository: lynguyenminh/vietnamese-scenetext-detection-recognition, 2023.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